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118" autoAdjust="0"/>
  </p:normalViewPr>
  <p:slideViewPr>
    <p:cSldViewPr snapToGrid="0" snapToObjects="1">
      <p:cViewPr varScale="1">
        <p:scale>
          <a:sx n="58" d="100"/>
          <a:sy n="58" d="100"/>
        </p:scale>
        <p:origin x="2098" y="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5506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AppointmentAI as a production scheduling product. Open the live URL if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Calibri"/>
              </a:defRPr>
            </a:pPr>
            <a:r>
              <a:rPr lang="en-US" dirty="0"/>
              <a:t>Customers book services online with live availability.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Calibri"/>
              </a:defRPr>
            </a:pPr>
            <a:r>
              <a:rPr lang="en-US" dirty="0"/>
              <a:t>Clinic admins manage schedule, staff, and services in one dashboard.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Calibri"/>
              </a:defRPr>
            </a:pPr>
            <a:r>
              <a:rPr lang="en-US" dirty="0"/>
              <a:t>Optional AI chat uses the same booking data as the web 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live slots loaded from the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Log in as clinic admin. Cover today’s list and key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Clarify who signs in where: /customer, /staff, /admin.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For engineering stakeholders only; skip or shorten for business audiences.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288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  <a:latin typeface="Calibri"/>
              </a:defRPr>
            </a:pPr>
            <a:r>
              <a:t>AppointmentAI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7432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75569"/>
                </a:solidFill>
                <a:latin typeface="Calibri"/>
              </a:defRPr>
            </a:pPr>
            <a:r>
              <a:t>Multi-clinic appointment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65760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u="sng">
                <a:solidFill>
                  <a:srgbClr val="0F766E"/>
                </a:solidFill>
                <a:latin typeface="Calibri"/>
              </a:defRPr>
            </a:pPr>
            <a:r>
              <a:t>https://appointease-5k7if8qbo-n-sfds-projects.vercel.app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9436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Team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2174891" cy="7745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rPr lang="en-US" dirty="0"/>
              <a:t>Overview</a:t>
            </a:r>
            <a:endParaRPr dirty="0"/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  <a:latin typeface="Calibri"/>
              </a:defRPr>
            </a:pPr>
            <a:r>
              <a:rPr dirty="0"/>
              <a:t>Landing and entry to booking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34440"/>
            <a:ext cx="7955279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1-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71600"/>
            <a:ext cx="7955279" cy="49720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79552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Booking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  <a:latin typeface="Calibri"/>
              </a:defRPr>
            </a:pPr>
            <a:r>
              <a:t>Clinic, service, and time selection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34440"/>
            <a:ext cx="7955279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2-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71600"/>
            <a:ext cx="7955279" cy="49720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79552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Admin dashboard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  <a:latin typeface="Calibri"/>
              </a:defRPr>
            </a:pPr>
            <a:r>
              <a:t>Day-to-day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34440"/>
            <a:ext cx="7955279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3-adm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71600"/>
            <a:ext cx="7955279" cy="49720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79552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Users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  <a:latin typeface="Calibri"/>
              </a:defRPr>
            </a:pPr>
            <a:r>
              <a:t>Three roles, separate workspaces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34440"/>
            <a:ext cx="7955279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26060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2240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766E"/>
                </a:solidFill>
                <a:latin typeface="Calibri"/>
              </a:defRPr>
            </a:pPr>
            <a:r>
              <a:t>Customer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Book visits, view and cancel appointments.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79" y="1508760"/>
            <a:ext cx="26060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66160" y="1691640"/>
            <a:ext cx="2240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766E"/>
                </a:solidFill>
                <a:latin typeface="Calibri"/>
              </a:defRPr>
            </a:pPr>
            <a:r>
              <a:t>Staff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See assigned visits and availability.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08760"/>
            <a:ext cx="26060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691640"/>
            <a:ext cx="2240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766E"/>
                </a:solidFill>
                <a:latin typeface="Calibri"/>
              </a:defRPr>
            </a:pPr>
            <a:r>
              <a:t>Admin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Run the clinic: services, staff, today’s schedule.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C32C508-68D8-3F1F-B322-7B066C07A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32" y="2581452"/>
            <a:ext cx="5255502" cy="26666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F2C9010-9158-72F1-0C04-2479EF303FF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986" b="33691"/>
          <a:stretch>
            <a:fillRect/>
          </a:stretch>
        </p:blipFill>
        <p:spPr>
          <a:xfrm>
            <a:off x="594360" y="5046281"/>
            <a:ext cx="7781338" cy="192429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9025472-BBF0-6849-B2D5-1CB27CA5347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0755" r="17190"/>
          <a:stretch>
            <a:fillRect/>
          </a:stretch>
        </p:blipFill>
        <p:spPr>
          <a:xfrm>
            <a:off x="5041944" y="2679938"/>
            <a:ext cx="3736296" cy="27679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79552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Technical foundation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34440"/>
            <a:ext cx="7955279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554480"/>
            <a:ext cx="22946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766E"/>
                </a:solidFill>
                <a:latin typeface="Calibri"/>
              </a:defRPr>
            </a:pPr>
            <a:r>
              <a:rPr sz="1600"/>
              <a:t>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59" y="1554479"/>
            <a:ext cx="58978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F172A"/>
                </a:solidFill>
                <a:latin typeface="Calibri"/>
              </a:defRPr>
            </a:pPr>
            <a:r>
              <a:rPr sz="1600"/>
              <a:t>Next.js 16, React, TypeScript, Tailwind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40280"/>
            <a:ext cx="20273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766E"/>
                </a:solidFill>
                <a:latin typeface="Calibri"/>
              </a:defRPr>
            </a:pPr>
            <a:r>
              <a:rPr sz="1600"/>
              <a:t>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240279"/>
            <a:ext cx="58978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F172A"/>
                </a:solidFill>
                <a:latin typeface="Calibri"/>
              </a:defRPr>
            </a:pPr>
            <a:r>
              <a:rPr sz="1600"/>
              <a:t>PostgreSQL (Neon), Prisma 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26080"/>
            <a:ext cx="20273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766E"/>
                </a:solidFill>
                <a:latin typeface="Calibri"/>
              </a:defRPr>
            </a:pPr>
            <a:r>
              <a:rPr sz="1600"/>
              <a:t>Auth &amp;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59" y="2926079"/>
            <a:ext cx="58978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F172A"/>
                </a:solidFill>
                <a:latin typeface="Calibri"/>
              </a:defRPr>
            </a:pPr>
            <a:r>
              <a:rPr sz="1600"/>
              <a:t>Auth.js, role-based access, audit logging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611880"/>
            <a:ext cx="20273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766E"/>
                </a:solidFill>
                <a:latin typeface="Calibri"/>
              </a:defRPr>
            </a:pPr>
            <a:r>
              <a:rPr sz="1600"/>
              <a:t>Hosting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59" y="3611879"/>
            <a:ext cx="58978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F172A"/>
                </a:solidFill>
                <a:latin typeface="Calibri"/>
              </a:defRPr>
            </a:pPr>
            <a:r>
              <a:rPr sz="1600"/>
              <a:t>Vercel serverless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197</Words>
  <Application>Microsoft Office PowerPoint</Application>
  <PresentationFormat>On-screen Show (4:3)</PresentationFormat>
  <Paragraphs>35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nazia Asif</cp:lastModifiedBy>
  <cp:revision>2</cp:revision>
  <dcterms:created xsi:type="dcterms:W3CDTF">2013-01-27T09:14:16Z</dcterms:created>
  <dcterms:modified xsi:type="dcterms:W3CDTF">2026-05-18T16:12:03Z</dcterms:modified>
  <cp:category/>
</cp:coreProperties>
</file>